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57" r:id="rId3"/>
    <p:sldId id="260" r:id="rId4"/>
    <p:sldId id="261" r:id="rId5"/>
    <p:sldId id="263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01/07/2019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Utopia</a:t>
            </a:r>
            <a:endParaRPr lang="pt-B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“Utopia, do grego </a:t>
            </a:r>
            <a:r>
              <a:rPr lang="pt-BR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oú</a:t>
            </a:r>
            <a:r>
              <a:rPr lang="pt-BR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-topos</a:t>
            </a:r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tradicionalmente vertida como não lugar, lugar nenhum ou inexistente, foi também manifesta, pelo criador do termo, Thomas More, como eu-topos (lugar feliz), podendo apresentar-se, ainda, negativamente, como distopia (lugar de dificuldade ou de privação) ou </a:t>
            </a:r>
            <a:r>
              <a:rPr lang="pt-B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antiutopia</a:t>
            </a:r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isto é, negação da utopia”. </a:t>
            </a:r>
            <a:r>
              <a:rPr lang="pt-BR" sz="1800" dirty="0">
                <a:latin typeface="Times New Roman" pitchFamily="18" charset="0"/>
                <a:cs typeface="Times New Roman" pitchFamily="18" charset="0"/>
              </a:rPr>
              <a:t>PAULO DENISAR FRAGA é professor do Instituto de Ciências Humanas e Letras da Universidade Federal de Alfenas (ICHL/</a:t>
            </a:r>
            <a:r>
              <a:rPr lang="pt-BR" sz="1800" dirty="0" err="1">
                <a:latin typeface="Times New Roman" pitchFamily="18" charset="0"/>
                <a:cs typeface="Times New Roman" pitchFamily="18" charset="0"/>
              </a:rPr>
              <a:t>Unifal</a:t>
            </a:r>
            <a:r>
              <a:rPr lang="pt-BR" sz="1800" dirty="0">
                <a:latin typeface="Times New Roman" pitchFamily="18" charset="0"/>
                <a:cs typeface="Times New Roman" pitchFamily="18" charset="0"/>
              </a:rPr>
              <a:t>-MG), doutorando em Filosofia pelo Instituto de Filosofia e Ciências Humanas da Universidade Estadual de Campinas (IFCH/Unicamp). </a:t>
            </a:r>
          </a:p>
        </p:txBody>
      </p:sp>
    </p:spTree>
    <p:extLst>
      <p:ext uri="{BB962C8B-B14F-4D97-AF65-F5344CB8AC3E}">
        <p14:creationId xmlns:p14="http://schemas.microsoft.com/office/powerpoint/2010/main" val="2123536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UTOPIA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Utopia </a:t>
            </a:r>
            <a:r>
              <a:rPr lang="pt-BR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é uma palavra frequentemente usada em português e em outras línguas para designar uma sociedade ideal, embora de existência impossível, ou uma ideia generosa, porém, impraticável. Enfim, uma quimera ou fantasia.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Do grego “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ou+topos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” que significa “lugar que não existe”. </a:t>
            </a:r>
          </a:p>
          <a:p>
            <a:endParaRPr lang="pt-BR" sz="24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i="1" dirty="0">
                <a:latin typeface="Times New Roman" pitchFamily="18" charset="0"/>
                <a:cs typeface="Times New Roman" pitchFamily="18" charset="0"/>
              </a:rPr>
              <a:t>Utopia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 -Thomas More, 1516.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573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Utopia</a:t>
            </a:r>
            <a:endParaRPr lang="pt-B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Via de regra, a utopia se constitui num “jogo intelectual no qual o possível é imaginário, mas não um projeto político, no qual o possível está inscrito na história.” (CHAUÍ, 2008).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991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DISTOPIA</a:t>
            </a:r>
            <a:r>
              <a:rPr lang="pt-BR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400" i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Lugar imaginário caracterizado por condição de extrema pressão, desespero ou privação; paródia de uma utopia, crítica às tendências atuais.     </a:t>
            </a:r>
          </a:p>
          <a:p>
            <a:endParaRPr lang="pt-BR" sz="2400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i="1" dirty="0">
                <a:latin typeface="Times New Roman" pitchFamily="18" charset="0"/>
                <a:cs typeface="Times New Roman" pitchFamily="18" charset="0"/>
              </a:rPr>
              <a:t>1984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, de George Orwell</a:t>
            </a:r>
          </a:p>
          <a:p>
            <a:endParaRPr lang="pt-B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pt-BR" sz="2400" i="1" dirty="0">
                <a:latin typeface="Times New Roman" pitchFamily="18" charset="0"/>
                <a:cs typeface="Times New Roman" pitchFamily="18" charset="0"/>
              </a:rPr>
              <a:t>Admirável Mundo Novo - </a:t>
            </a:r>
            <a:r>
              <a:rPr lang="pt-BR" sz="2400" dirty="0" err="1">
                <a:latin typeface="Times New Roman" pitchFamily="18" charset="0"/>
                <a:cs typeface="Times New Roman" pitchFamily="18" charset="0"/>
              </a:rPr>
              <a:t>Aldus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 Huxley, 1931  </a:t>
            </a:r>
          </a:p>
        </p:txBody>
      </p:sp>
    </p:spTree>
    <p:extLst>
      <p:ext uri="{BB962C8B-B14F-4D97-AF65-F5344CB8AC3E}">
        <p14:creationId xmlns:p14="http://schemas.microsoft.com/office/powerpoint/2010/main" val="21162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Distopia</a:t>
            </a:r>
            <a:r>
              <a:rPr lang="pt-BR" b="1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pt-BR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Utopia</a:t>
            </a:r>
            <a:r>
              <a:rPr lang="pt-BR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62" y="1556792"/>
            <a:ext cx="7225097" cy="4797916"/>
          </a:xfrm>
        </p:spPr>
      </p:pic>
    </p:spTree>
    <p:extLst>
      <p:ext uri="{BB962C8B-B14F-4D97-AF65-F5344CB8AC3E}">
        <p14:creationId xmlns:p14="http://schemas.microsoft.com/office/powerpoint/2010/main" val="3100068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166</TotalTime>
  <Words>249</Words>
  <Application>Microsoft Office PowerPoint</Application>
  <PresentationFormat>Apresentação na tela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Times New Roman</vt:lpstr>
      <vt:lpstr>Adjacência</vt:lpstr>
      <vt:lpstr>Utopia</vt:lpstr>
      <vt:lpstr>UTOPIA</vt:lpstr>
      <vt:lpstr>Utopia</vt:lpstr>
      <vt:lpstr>DISTOPIA </vt:lpstr>
      <vt:lpstr>Distopia - Utopia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Utopia</dc:title>
  <dc:creator>cesad</dc:creator>
  <cp:lastModifiedBy>Henrique Nou Schneider</cp:lastModifiedBy>
  <cp:revision>20</cp:revision>
  <dcterms:created xsi:type="dcterms:W3CDTF">2019-06-28T13:15:54Z</dcterms:created>
  <dcterms:modified xsi:type="dcterms:W3CDTF">2019-07-01T14:24:33Z</dcterms:modified>
</cp:coreProperties>
</file>