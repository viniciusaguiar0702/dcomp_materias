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8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3" d="100"/>
          <a:sy n="83" d="100"/>
        </p:scale>
        <p:origin x="-1426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omputer.org/education/bodies-of-knowledge/software-engineering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SWEBOKs</a:t>
            </a:r>
            <a:endParaRPr lang="pt-BR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o SWEBOK? 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00200"/>
            <a:ext cx="8763000" cy="4525963"/>
          </a:xfrm>
        </p:spPr>
        <p:txBody>
          <a:bodyPr/>
          <a:lstStyle/>
          <a:p>
            <a:r>
              <a:rPr lang="en-US" b="1" i="1" dirty="0" smtClean="0"/>
              <a:t>Software Engineering Body of Knowledge</a:t>
            </a:r>
            <a:r>
              <a:rPr lang="en-US" dirty="0" smtClean="0"/>
              <a:t> (</a:t>
            </a:r>
            <a:r>
              <a:rPr lang="en-US" b="1" dirty="0" smtClean="0"/>
              <a:t>SWEBOK</a:t>
            </a:r>
            <a:r>
              <a:rPr lang="en-US" dirty="0" smtClean="0"/>
              <a:t>) is an international standard ISO/IEC TR 19759:2005 specifying a guide to the generally accepted Software Engineering Body of Knowledge.</a:t>
            </a:r>
          </a:p>
          <a:p>
            <a:r>
              <a:rPr lang="pt-BR" dirty="0" smtClean="0">
                <a:hlinkClick r:id="rId2"/>
              </a:rPr>
              <a:t>https://www.computer.org/education/bodies-of-knowledge/software-engineering</a:t>
            </a:r>
            <a:endParaRPr lang="pt-BR" dirty="0" smtClean="0"/>
          </a:p>
          <a:p>
            <a:r>
              <a:rPr lang="pt-BR" dirty="0" smtClean="0"/>
              <a:t>Temas divididos em Knowledge Areas (KA)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pt-BR" dirty="0" smtClean="0"/>
              <a:t>Versão de 2004 – Parte A</a:t>
            </a:r>
            <a:endParaRPr lang="pt-BR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8500" y="1219200"/>
            <a:ext cx="7423222" cy="5461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r>
              <a:rPr lang="pt-BR" dirty="0" smtClean="0"/>
              <a:t>Versão de 2004 – Parte B</a:t>
            </a:r>
            <a:endParaRPr lang="pt-BR" dirty="0"/>
          </a:p>
        </p:txBody>
      </p:sp>
      <p:pic>
        <p:nvPicPr>
          <p:cNvPr id="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1143000"/>
            <a:ext cx="7444752" cy="5690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3976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SWEBOK 3 - 2014</a:t>
            </a:r>
            <a:endParaRPr lang="pt-B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5000" y="685800"/>
            <a:ext cx="5105400" cy="6126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228600"/>
            <a:ext cx="8534400" cy="114300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SWEBOK V4 – Lançado em 2024</a:t>
            </a:r>
            <a:br>
              <a:rPr lang="pt-BR" dirty="0" smtClean="0"/>
            </a:br>
            <a:r>
              <a:rPr lang="pt-BR" dirty="0" smtClean="0"/>
              <a:t>18 Knowledge Areas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2286000" y="1627287"/>
            <a:ext cx="4572000" cy="507831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/>
              <a:t>1. Software Requirements</a:t>
            </a:r>
          </a:p>
          <a:p>
            <a:r>
              <a:rPr lang="pt-BR" dirty="0" smtClean="0"/>
              <a:t>2. Software Architecture</a:t>
            </a:r>
          </a:p>
          <a:p>
            <a:r>
              <a:rPr lang="pt-BR" dirty="0" smtClean="0"/>
              <a:t>3. Software Design</a:t>
            </a:r>
          </a:p>
          <a:p>
            <a:r>
              <a:rPr lang="pt-BR" dirty="0" smtClean="0"/>
              <a:t>4. Software Construction</a:t>
            </a:r>
          </a:p>
          <a:p>
            <a:r>
              <a:rPr lang="pt-BR" dirty="0" smtClean="0"/>
              <a:t>5. Software Testing</a:t>
            </a:r>
          </a:p>
          <a:p>
            <a:r>
              <a:rPr lang="pt-BR" dirty="0" smtClean="0"/>
              <a:t>6. Software Engineering Operations</a:t>
            </a:r>
          </a:p>
          <a:p>
            <a:r>
              <a:rPr lang="pt-BR" dirty="0" smtClean="0"/>
              <a:t>7. Software Maintenance</a:t>
            </a:r>
          </a:p>
          <a:p>
            <a:r>
              <a:rPr lang="pt-BR" dirty="0" smtClean="0"/>
              <a:t>8. Software Configuration Management</a:t>
            </a:r>
          </a:p>
          <a:p>
            <a:r>
              <a:rPr lang="pt-BR" dirty="0" smtClean="0"/>
              <a:t>9. Software Engineering Management</a:t>
            </a:r>
          </a:p>
          <a:p>
            <a:r>
              <a:rPr lang="pt-BR" dirty="0" smtClean="0"/>
              <a:t>10. Software Engineering Process</a:t>
            </a:r>
          </a:p>
          <a:p>
            <a:r>
              <a:rPr lang="pt-BR" dirty="0" smtClean="0"/>
              <a:t>11. Software Engineering Models and Methods</a:t>
            </a:r>
          </a:p>
          <a:p>
            <a:r>
              <a:rPr lang="pt-BR" dirty="0" smtClean="0"/>
              <a:t>12. Software Quality</a:t>
            </a:r>
          </a:p>
          <a:p>
            <a:r>
              <a:rPr lang="pt-BR" dirty="0" smtClean="0"/>
              <a:t>13. Software Security</a:t>
            </a:r>
          </a:p>
          <a:p>
            <a:r>
              <a:rPr lang="pt-BR" dirty="0" smtClean="0"/>
              <a:t>14. Software Engineering Professional Practice</a:t>
            </a:r>
          </a:p>
          <a:p>
            <a:r>
              <a:rPr lang="pt-BR" dirty="0" smtClean="0"/>
              <a:t>15. Software Engineering Economics</a:t>
            </a:r>
          </a:p>
          <a:p>
            <a:r>
              <a:rPr lang="pt-BR" dirty="0" smtClean="0"/>
              <a:t>16. Computing Foundations</a:t>
            </a:r>
          </a:p>
          <a:p>
            <a:r>
              <a:rPr lang="pt-BR" dirty="0" smtClean="0"/>
              <a:t>17. Mathematical Foundations</a:t>
            </a:r>
          </a:p>
          <a:p>
            <a:r>
              <a:rPr lang="pt-BR" dirty="0" smtClean="0"/>
              <a:t>18. Engineering Foundations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SWEBOK - Disciplinas relacionadas</a:t>
            </a:r>
            <a:endParaRPr lang="pt-BR" dirty="0"/>
          </a:p>
        </p:txBody>
      </p:sp>
      <p:sp>
        <p:nvSpPr>
          <p:cNvPr id="4" name="Rectangle 3"/>
          <p:cNvSpPr/>
          <p:nvPr/>
        </p:nvSpPr>
        <p:spPr>
          <a:xfrm>
            <a:off x="2286000" y="1859340"/>
            <a:ext cx="5334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Business Analysis</a:t>
            </a:r>
          </a:p>
          <a:p>
            <a:r>
              <a:rPr lang="en-US" dirty="0" smtClean="0"/>
              <a:t>Computer Engineering</a:t>
            </a:r>
          </a:p>
          <a:p>
            <a:r>
              <a:rPr lang="en-US" dirty="0" smtClean="0"/>
              <a:t>Computer Science</a:t>
            </a:r>
          </a:p>
          <a:p>
            <a:r>
              <a:rPr lang="en-US" dirty="0" err="1" smtClean="0"/>
              <a:t>Cybersecurity</a:t>
            </a:r>
            <a:endParaRPr lang="en-US" dirty="0" smtClean="0"/>
          </a:p>
          <a:p>
            <a:r>
              <a:rPr lang="en-US" dirty="0" smtClean="0"/>
              <a:t>Data Science</a:t>
            </a:r>
          </a:p>
          <a:p>
            <a:r>
              <a:rPr lang="en-US" dirty="0" smtClean="0"/>
              <a:t>General Management</a:t>
            </a:r>
          </a:p>
          <a:p>
            <a:r>
              <a:rPr lang="en-US" dirty="0" smtClean="0"/>
              <a:t>Information Systems and Technology</a:t>
            </a:r>
          </a:p>
          <a:p>
            <a:r>
              <a:rPr lang="en-US" dirty="0" smtClean="0"/>
              <a:t>Mathematics</a:t>
            </a:r>
          </a:p>
          <a:p>
            <a:r>
              <a:rPr lang="en-US" dirty="0" smtClean="0"/>
              <a:t>Project Management</a:t>
            </a:r>
          </a:p>
          <a:p>
            <a:r>
              <a:rPr lang="en-US" dirty="0" smtClean="0"/>
              <a:t>Quality Management</a:t>
            </a:r>
          </a:p>
          <a:p>
            <a:r>
              <a:rPr lang="en-US" dirty="0" smtClean="0"/>
              <a:t>Systems Engineering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0638" y="195455"/>
            <a:ext cx="8900961" cy="62053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" y="76200"/>
            <a:ext cx="8814581" cy="6391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85725"/>
            <a:ext cx="3524250" cy="669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23999" y="0"/>
            <a:ext cx="6194389" cy="67507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38200" y="0"/>
            <a:ext cx="7239000" cy="67516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539065"/>
            <a:ext cx="8686800" cy="57798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-3129"/>
            <a:ext cx="8305800" cy="66803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94314"/>
            <a:ext cx="8229600" cy="6548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-25400"/>
            <a:ext cx="6019800" cy="68224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71600" y="79540"/>
            <a:ext cx="6400800" cy="66989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09800" y="0"/>
            <a:ext cx="4728612" cy="68518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71800" y="197827"/>
            <a:ext cx="3200400" cy="64623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1262" y="1371600"/>
            <a:ext cx="9081476" cy="426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50872" y="1676400"/>
            <a:ext cx="8842261" cy="35051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2174" y="1752600"/>
            <a:ext cx="8693226" cy="23193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Tarefa Prática</a:t>
            </a:r>
            <a:endParaRPr lang="pt-B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smtClean="0"/>
              <a:t>Ler capítulos 10 e 11 do SWEBOK 4.0 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152</Words>
  <Application>Microsoft Office PowerPoint</Application>
  <PresentationFormat>On-screen Show (4:3)</PresentationFormat>
  <Paragraphs>41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Office Theme</vt:lpstr>
      <vt:lpstr>SWEBOKs</vt:lpstr>
      <vt:lpstr>O que é o SWEBOK? </vt:lpstr>
      <vt:lpstr>Versão de 2004 – Parte A</vt:lpstr>
      <vt:lpstr>Versão de 2004 – Parte B</vt:lpstr>
      <vt:lpstr>SWEBOK 3 - 2014</vt:lpstr>
      <vt:lpstr>SWEBOK V4 – Lançado em 2024 18 Knowledge Areas</vt:lpstr>
      <vt:lpstr>SWEBOK - Disciplinas relacionadas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Tarefa Prática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SWEBOKs</dc:title>
  <dc:creator>Michel</dc:creator>
  <cp:lastModifiedBy>Michel</cp:lastModifiedBy>
  <cp:revision>31</cp:revision>
  <dcterms:created xsi:type="dcterms:W3CDTF">2006-08-16T00:00:00Z</dcterms:created>
  <dcterms:modified xsi:type="dcterms:W3CDTF">2025-05-08T16:59:53Z</dcterms:modified>
</cp:coreProperties>
</file>